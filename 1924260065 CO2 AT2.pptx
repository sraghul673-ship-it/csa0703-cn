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-129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5F392-D6C1-48E6-BE3E-02703B44645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A56300-6DD7-40B3-B6D6-49B796E418B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programiz.com/online-compiler/7cfVLd3pRgjnJ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56792"/>
            <a:ext cx="8229600" cy="504056"/>
          </a:xfrm>
        </p:spPr>
        <p:txBody>
          <a:bodyPr>
            <a:normAutofit fontScale="90000"/>
          </a:bodyPr>
          <a:lstStyle/>
          <a:p>
            <a:r>
              <a:rPr lang="en-US" sz="1800" dirty="0" smtClean="0">
                <a:hlinkClick r:id="rId2"/>
              </a:rPr>
              <a:t>https://www.programiz.com/online-compiler/7cfVLd3pRgjnJ</a:t>
            </a:r>
            <a:r>
              <a:rPr lang="en-US" sz="1800" dirty="0" smtClean="0"/>
              <a:t/>
            </a:r>
            <a:br>
              <a:rPr lang="en-US" sz="1800" dirty="0" smtClean="0"/>
            </a:br>
            <a:endParaRPr lang="en-US" sz="1800" dirty="0"/>
          </a:p>
        </p:txBody>
      </p:sp>
      <p:pic>
        <p:nvPicPr>
          <p:cNvPr id="4" name="Picture 3" descr="1924260065 CO2 AT2 Q1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115616" y="2420888"/>
            <a:ext cx="6487431" cy="41534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286000" y="404665"/>
            <a:ext cx="457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400" dirty="0" smtClean="0"/>
              <a:t>SCENARIO 1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0" y="332656"/>
            <a:ext cx="457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 smtClean="0"/>
              <a:t>SCENARIO 2</a:t>
            </a:r>
            <a:endParaRPr lang="en-US" sz="4000" dirty="0"/>
          </a:p>
        </p:txBody>
      </p:sp>
      <p:pic>
        <p:nvPicPr>
          <p:cNvPr id="3" name="Picture 2" descr="WhatsApp Image 2026-07-31 at 21.38.12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67544" y="1700808"/>
            <a:ext cx="3701604" cy="3300214"/>
          </a:xfrm>
          <a:prstGeom prst="rect">
            <a:avLst/>
          </a:prstGeom>
        </p:spPr>
      </p:pic>
      <p:pic>
        <p:nvPicPr>
          <p:cNvPr id="4" name="Picture 3" descr="WhatsApp Image 2026-07-31 at 21.38.12 (1)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79912" y="2420888"/>
            <a:ext cx="5040560" cy="20414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WhatsApp Image 2026-07-31 at 21.51.49.jpe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51520" y="1268760"/>
            <a:ext cx="3525391" cy="2579563"/>
          </a:xfrm>
          <a:prstGeom prst="rect">
            <a:avLst/>
          </a:prstGeom>
        </p:spPr>
      </p:pic>
      <p:pic>
        <p:nvPicPr>
          <p:cNvPr id="3" name="Picture 2" descr="WhatsApp Image 2026-07-31 at 21.51.49 (1)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499992" y="1268760"/>
            <a:ext cx="4355976" cy="2592288"/>
          </a:xfrm>
          <a:prstGeom prst="rect">
            <a:avLst/>
          </a:prstGeom>
        </p:spPr>
      </p:pic>
      <p:pic>
        <p:nvPicPr>
          <p:cNvPr id="4" name="Picture 3" descr="WhatsApp Image 2026-07-31 at 21.51.49 (2).jpe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2267744" y="4221088"/>
            <a:ext cx="4032448" cy="2448272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411760" y="188640"/>
            <a:ext cx="28168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 smtClean="0"/>
              <a:t>SCENARIO 3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</Words>
  <Application>Microsoft Office PowerPoint</Application>
  <PresentationFormat>On-screen Show (4:3)</PresentationFormat>
  <Paragraphs>4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https://www.programiz.com/online-compiler/7cfVLd3pRgjnJ 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https://www.programiz.com/online-compiler/7cfVLd3pRgjnJ</dc:title>
  <dc:creator>ELCOT</dc:creator>
  <cp:lastModifiedBy>ELCOT</cp:lastModifiedBy>
  <cp:revision>2</cp:revision>
  <dcterms:created xsi:type="dcterms:W3CDTF">2026-07-31T16:21:24Z</dcterms:created>
  <dcterms:modified xsi:type="dcterms:W3CDTF">2026-07-31T16:35:19Z</dcterms:modified>
</cp:coreProperties>
</file>